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08" y="1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InfraredSR 项目数据集介绍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444444"/>
                </a:solidFill>
                <a:latin typeface="Times New Roman"/>
              </a:defRPr>
            </a:pPr>
            <a:r>
              <a:t>红外遥感方向三个数据集：超分辨率重建、航拍车辆检测、跨传感器图像翻译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数据集总览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069491"/>
              </p:ext>
            </p:extLst>
          </p:nvPr>
        </p:nvGraphicFramePr>
        <p:xfrm>
          <a:off x="335280" y="1615857"/>
          <a:ext cx="11521440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分辨率</a:t>
                      </a:r>
                      <a:endParaRPr dirty="0"/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红外图像超分辨率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(×2, ×4)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(单通道灰度)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LR×2 320×256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LR×4 160×128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 4,983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 1,069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 1,069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航拍车辆检测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(8 类)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 RGB + 红外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(双模态配对)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512×512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1024×1024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张标注图像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3,706 个目标框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折交叉验证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跨传感器图像翻译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(Landsat-8 → Sentinel-2)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多光谱卫星遥感</a:t>
                      </a:r>
                      <a:endParaRPr dirty="0"/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/>
                        <a:t>(</a:t>
                      </a:r>
                      <a:r>
                        <a:rPr dirty="0" err="1"/>
                        <a:t>GeoTIFF</a:t>
                      </a:r>
                      <a:r>
                        <a:rPr dirty="0"/>
                        <a:t>)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LR: 30m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HR: 10m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/>
                        <a:t>5,325 对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训练</a:t>
                      </a:r>
                      <a:r>
                        <a:rPr dirty="0"/>
                        <a:t> 5,225</a:t>
                      </a:r>
                    </a:p>
                    <a:p>
                      <a:pPr algn="ctr">
                        <a:defRPr sz="16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 err="1"/>
                        <a:t>测试</a:t>
                      </a:r>
                      <a:r>
                        <a:rPr dirty="0"/>
                        <a:t> 100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Infrared SR — 红外图像超分辨率数据集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任务：单帧红外图像超分辨率重建，包含 ×2 和 ×4 两种放大倍率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格式：JPEG 灰度图像（8-bit 单通道），HR 与 LR 文件名一一对应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目录结构：{trainsets, valsets, testsets} / {HR, LRx2, LRx4}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分辨率：HR 640×512，LR×2 320×256，LR×4 160×128</a:t>
            </a:r>
          </a:p>
        </p:txBody>
      </p:sp>
      <p:pic>
        <p:nvPicPr>
          <p:cNvPr id="4" name="Picture 3" descr="irsr_HR 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291840"/>
            <a:ext cx="274320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2627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rPr dirty="0"/>
              <a:t>HR 640×512</a:t>
            </a:r>
          </a:p>
        </p:txBody>
      </p:sp>
      <p:pic>
        <p:nvPicPr>
          <p:cNvPr id="6" name="Picture 5" descr="irsr_LR×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3291840"/>
            <a:ext cx="1371600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41941" y="457231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rPr dirty="0"/>
              <a:t>LR×2 320×256</a:t>
            </a:r>
          </a:p>
        </p:txBody>
      </p:sp>
      <p:pic>
        <p:nvPicPr>
          <p:cNvPr id="8" name="Picture 7" descr="irsr_LR×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3291840"/>
            <a:ext cx="685800" cy="548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3968245"/>
            <a:ext cx="115865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rPr dirty="0"/>
              <a:t>LR×4 160×128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2210141"/>
              </p:ext>
            </p:extLst>
          </p:nvPr>
        </p:nvGraphicFramePr>
        <p:xfrm>
          <a:off x="7396620" y="1295191"/>
          <a:ext cx="3657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LR×2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4,983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验证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/>
                        <a:t>1,069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444444"/>
                </a:solidFill>
                <a:latin typeface="Times New Roman"/>
              </a:defRPr>
            </a:pPr>
            <a:r>
              <a:t>示例图像 0002.jpg：同一场景在三种分辨率下的对照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VEDAI — 航拍车辆检测数据集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任务：航拍视角下的多类车辆目标检测，提供配对的可见光与红外图像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格式：PNG 图像（*_co.png 为可见光，*_ir.png 为红外） + YOLO 格式 TXT 标注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版本：VEDAI (512×512) 和 VEDAI_1024 (1024×1024)，标注文件 1,246 个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划分：提供 5 折交叉验证文件（fold01~fold05.txt）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标注格式：class_id  x_center  y_center  width  height（归一化坐标）</a:t>
            </a:r>
          </a:p>
        </p:txBody>
      </p:sp>
      <p:pic>
        <p:nvPicPr>
          <p:cNvPr id="4" name="Picture 3" descr="vedai_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2286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可见光 RGB（00000000_co.png）</a:t>
            </a:r>
          </a:p>
        </p:txBody>
      </p:sp>
      <p:pic>
        <p:nvPicPr>
          <p:cNvPr id="6" name="Picture 5" descr="vedai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474720"/>
            <a:ext cx="22860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444444"/>
                </a:solidFill>
                <a:latin typeface="Times New Roman"/>
              </a:defRPr>
            </a:pPr>
            <a:r>
              <a:t>红外 IR（00000000_ir.png）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891275"/>
              </p:ext>
            </p:extLst>
          </p:nvPr>
        </p:nvGraphicFramePr>
        <p:xfrm>
          <a:off x="6096000" y="4260352"/>
          <a:ext cx="571500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类别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卡车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皮卡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拖拉机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房车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船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摩托车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其他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数量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955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397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307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204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190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171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105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/>
                        <a:t>1,377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OLI2MSI — Landsat-8 → Sentinel-2 跨传感器图像翻译数据集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4980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任务：将 Landsat-8 OLI (30m) 图像翻译为 Sentinel-2 MSI (10m) 高质量图像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本质为带域迁移的超分辨率重建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格式：GeoTIFF (.TIF) 多波段遥感图像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LR 输入：Landsat-8 OLI，30m 空间分辨率，单文件约 265 KB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HR 真值：Sentinel-2 MSI，10m 空间分辨率，单文件约 1.1 MB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命名规则：L8_{场景ID}_{日期}_S2B_{日期}_T{瓦片号}_N{块号}.TIF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例：L8_126038_20190923_S2B_20190923_T49RBQ_N0008.TIF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5 个地理场景，2019-09-23 同日采集，按网格切分为小图像块</a:t>
            </a:r>
          </a:p>
          <a:p>
            <a:pPr>
              <a:spcAft>
                <a:spcPts val="6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    场景 ID：126038, 126039, 126040, 126041, 126042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683428"/>
              </p:ext>
            </p:extLst>
          </p:nvPr>
        </p:nvGraphicFramePr>
        <p:xfrm>
          <a:off x="548640" y="4612083"/>
          <a:ext cx="62179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集合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图像对数量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场景数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说  明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训练集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5,225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个场景按网格均匀分块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测试集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同一场景中取不重叠块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合计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rPr dirty="0"/>
                        <a:t>Landsat-8 → Sentinel-2 </a:t>
                      </a:r>
                      <a:r>
                        <a:rPr dirty="0" err="1"/>
                        <a:t>一一配对</a:t>
                      </a:r>
                      <a:endParaRPr dirty="0"/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000000"/>
                </a:solidFill>
                <a:latin typeface="Times New Roman"/>
              </a:defRPr>
            </a:pPr>
            <a:r>
              <a:t>总结与对比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endParaRPr/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Infrared SR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VEDAI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OLI2MSI</a:t>
                      </a:r>
                    </a:p>
                  </a:txBody>
                  <a:tcPr anchor="ctr">
                    <a:lnT w="19000">
                      <a:solidFill>
                        <a:srgbClr val="000000"/>
                      </a:solidFill>
                    </a:lnT>
                    <a:lnB w="95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任务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单图超分辨率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多类车辆目标检测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跨传感器图像翻译</a:t>
                      </a:r>
                    </a:p>
                  </a:txBody>
                  <a:tcPr anchor="ctr">
                    <a:lnT w="95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模态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红外热成像 (灰度)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可见光 + 红外 (双模态)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Landsat-8 + Sentinel-2 多光谱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分辨率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HR 640×512</a:t>
                      </a:r>
                    </a:p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LR×4 160×128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512×512 / 1024×1024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LR 30m → HR 10m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格式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JPEG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PNG + TXT (YOLO)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GeoTIFF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规模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7,121 对图像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1,246 张图 + 3,706 框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5,325 对图像块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划分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预划分 train/val/test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5 折交叉验证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预划分 train/test</a:t>
                      </a:r>
                    </a:p>
                  </a:txBody>
                  <a:tcPr anchor="ctr">
                    <a:lnB w="19000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444444"/>
                </a:solidFill>
                <a:latin typeface="Times New Roman"/>
              </a:defRPr>
            </a:pPr>
            <a:r>
              <a:t>三个数据集覆盖了红外遥感领域从像素级重建、目标检测到跨传感器增强的完整任务链。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512</Words>
  <Application>Microsoft Office PowerPoint</Application>
  <PresentationFormat>宽屏</PresentationFormat>
  <Paragraphs>147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兴炜 钟</cp:lastModifiedBy>
  <cp:revision>2</cp:revision>
  <dcterms:created xsi:type="dcterms:W3CDTF">2013-01-27T09:14:16Z</dcterms:created>
  <dcterms:modified xsi:type="dcterms:W3CDTF">2026-05-10T18:30:49Z</dcterms:modified>
  <cp:category/>
</cp:coreProperties>
</file>